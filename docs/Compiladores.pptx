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Slab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4347b7ab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aa4347b7ab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a4347b7ab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aa4347b7ab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a4347b7ab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aa4347b7ab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4347b7ab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aa4347b7ab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a4347b7ab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aa4347b7ab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a4347b7ab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a4347b7ab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a4347b7ab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a4347b7ab_2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4347b7ab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aa4347b7ab_2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a4347b7ab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a4347b7ab_2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a4347b7ab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a4347b7ab_2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4347b7ab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a4347b7ab_2_1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a4347b7ab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a4347b7ab_2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4347b7ab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a4347b7ab_2_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Traffic Lang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Compiladores - E01</a:t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Docente: Layse Souza</a:t>
            </a:r>
            <a:br>
              <a:rPr lang="pt-BR"/>
            </a:br>
            <a:r>
              <a:rPr lang="pt-BR"/>
              <a:t>Alunos: Gladiston, Guilherme e Gabriel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Desafio do tráfego urbano em grandes cidades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sensores, IoT e automação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TrafficLang: DSL para controle de tráfego baseado em regras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Compilador modular: léxico, sintático, semântico, IR e simulação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Desenvolver um compilador completo para TrafficLang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Interpretar e simular regras de controle de tráfego urbano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analisadores léxico, sintático e semântico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 código intermediário (IR) em JSON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Simular regras: semáforos, rotas e sensores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Estruturar o sistema de forma modular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– Análise Léxica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Tokenização de palavras-chave, operadores e identificadores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Tratamento de comentários e erros léxicos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Normalização de valores booleanos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– Análise Sintática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Parser por descida recursiva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Reconhecimento de IF, SET, ações e expressões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 da AST com classes específicas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– Análise Semântica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 de símbolos (variáveis, sensores, semáforos, rotas)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Verificação de tipos e consistência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Detecção de variáveis não declaradas e usos inválidos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– IR e Execução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estruturado em JSON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Exportação automática para diretório dedicado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Simulação: semáforos, rotas, variáveis e sensores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Logs detalhados de execução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Menu Interativo e Testes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Entrada manual de código TrafficLang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Carregamento de sensores via JSON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Compilação completa com visualização dos estágios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Execução em lote de até 50 testes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– Compilador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Processamento completo: léxico → sintático → semântico → IR → simulação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Execução estável e sem falhas críticas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 correta de cenários complexos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– Sensores e Regras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 com fluxos reais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AND/OR em condições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Simulação fiel com logs e relatórios finais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– IR e Desempenho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auditável e integrável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Processamento rápido mesmo em lote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Estabilidade e consistência nos testes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DSL eficaz para automação de tráfego urbano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Compilador completo e funcional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Simulador integrado e interativo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sólida para futuras melhorias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Melhorias Futuras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Integração com sensores reais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Visualização gráfica da simulação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Execução distribuída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Expansão da linguagem para novos elementos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